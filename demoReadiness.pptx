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Technical Readiness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694944"/>
            <a:ext cx="11521440" cy="3657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777240"/>
            <a:ext cx="55778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5577840" cy="31089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7724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Services Access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61288"/>
            <a:ext cx="530352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Applications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Core Desktop (Core)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Services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SFTP, Web Services &amp; API, 3rd Party File Integration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has multiple access points depending on user (Firm vs Client) and specific application or component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Direct Access via URLs — naming convention: firm name + gws.seic.com + application designation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5303520" cy="566928"/>
        </p:xfrm>
        <a:graphic>
          <a:graphicData uri="http://schemas.openxmlformats.org/drawingml/2006/table">
            <a:tbl>
              <a:tblPr/>
              <a:tblGrid>
                <a:gridCol w="2011680"/>
                <a:gridCol w="33375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Access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Vanity URL Sample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Core Desktop URL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5B6E"/>
                          </a:solidFill>
                        </a:rPr>
                        <a:t>https://firmwealthmanagement.gws.seic.com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Compliance Services URL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5B6E"/>
                          </a:solidFill>
                        </a:rPr>
                        <a:t>https://firmwealthmanagementie.gws.seic.com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126480" y="777240"/>
            <a:ext cx="57150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777240"/>
            <a:ext cx="5715000" cy="31089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36208" y="77724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1161288"/>
            <a:ext cx="544068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VPN vs Dedicated 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Firm's Primary and Secondary locations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Network Services will support VPN &amp; Dedicated Circuit installations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applications and components can be supported via Internet only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SWP's Minimum System Requirements are updated with each PSI Release and made available in Kiteworks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Browsers &amp; Plug-ins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 supported applications and restrictions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Viewer, Microsoft Office, Citrix Plug-In, PTX Link for Remote Check Printing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3611880"/>
            <a:ext cx="55778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3611880"/>
            <a:ext cx="5577840" cy="31089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9768" y="3611880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(SSO)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995928"/>
            <a:ext cx="5303520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&amp; Identity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2.0, ADFS as an IDP, SEI SP SSO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Provisioning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administrators manage user access through SEI's administration tools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session control via SEI SP — seamless navigation across all SWP modules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126480" y="3611880"/>
            <a:ext cx="57150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0BEC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611880"/>
            <a:ext cx="5715000" cy="310896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3611880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— Multi-Factor Authentication (MFA)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63640" y="3995928"/>
            <a:ext cx="5440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users and authorized money managers who log directly into SWP will use MFA for secure access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User Guide available and will be placed in Kiteworks for review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users accessing TotalWealth application and TotalWealth Mobile App will log in via an MFA portal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Trial environments and the CSM application will also use MFA during implementation</a:t>
            </a:r>
            <a:endParaRPr lang="en-US" sz="10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Coverage Matrix</a:t>
            </a:r>
            <a:endParaRPr lang="en-US" sz="10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5303520"/>
          <a:ext cx="5440680" cy="1005840"/>
        </p:xfrm>
        <a:graphic>
          <a:graphicData uri="http://schemas.openxmlformats.org/drawingml/2006/table">
            <a:tbl>
              <a:tblPr/>
              <a:tblGrid>
                <a:gridCol w="1920240"/>
                <a:gridCol w="2286000"/>
                <a:gridCol w="137160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User Type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Access Method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MFA Required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C8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Firm / Money Manager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SWP Direct Login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✓ Yes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TotalWealth / Mobile App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✓ Yes (portal)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Trial / CSM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</a:rPr>
                        <a:t>Trial Environment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✓ During Impl.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05B6E"/>
          </a:solidFill>
          <a:ln w="12700">
            <a:solidFill>
              <a:srgbClr val="005B6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6656832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Brown Brothers Harriman &amp; Co. Confidential &amp; Proprietary. Not to be reproduced without the explicit consent of BBH &amp; Co.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11704320" y="66568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2026-05-02T22:37:12Z</dcterms:created>
  <dcterms:modified xsi:type="dcterms:W3CDTF">2026-05-02T22:37:12Z</dcterms:modified>
</cp:coreProperties>
</file>