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5486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IDE  ·  Capital Partner: Airflow · dbt · Code Server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ODH Workbench  ·  UBI9  ·  Python 3.12  ·  Apache Airflow 3.2.1  ·  Airflow UI → port :8082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A8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Capital Partners Technology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28600" y="89611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DEVELOPER GETS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4069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188720"/>
            <a:ext cx="50292" cy="566928"/>
          </a:xfrm>
          <a:prstGeom prst="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344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in Browser (Code Server)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149047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IDE — edit, debug, integrated terminal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1819656"/>
            <a:ext cx="4069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819656"/>
            <a:ext cx="50292" cy="566928"/>
          </a:xfrm>
          <a:prstGeom prst="rect">
            <a:avLst/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86537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3.2.1 (Standalone)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7472" y="21214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authoring &amp; testing  ·  Per-user PVC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450592"/>
            <a:ext cx="4069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450592"/>
            <a:ext cx="5029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49631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dbt-core + dbt-oracle + Astronomer Cosmos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7472" y="275234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&amp; Airflow orchestration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081528"/>
            <a:ext cx="4069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081528"/>
            <a:ext cx="50292" cy="566928"/>
          </a:xfrm>
          <a:prstGeom prst="rect">
            <a:avLst/>
          </a:prstGeom>
          <a:solidFill>
            <a:srgbClr val="025E73"/>
          </a:solidFill>
          <a:ln w="12700">
            <a:solidFill>
              <a:srgbClr val="025E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12724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Instant Client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7472" y="338328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Oracle DB connectivity at startup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712464"/>
            <a:ext cx="4069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712464"/>
            <a:ext cx="50292" cy="566928"/>
          </a:xfrm>
          <a:prstGeom prst="rect">
            <a:avLst/>
          </a:prstGeom>
          <a:solidFill>
            <a:srgbClr val="03738C"/>
          </a:solidFill>
          <a:ln w="12700">
            <a:solidFill>
              <a:srgbClr val="0373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75818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VS Code Extensions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7472" y="401421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Power User, Python, YAML, SQL, Git &amp; more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26280" y="89611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DESIGN PRINCIPLES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26280" y="1188720"/>
            <a:ext cx="4389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1307592"/>
            <a:ext cx="329184" cy="329184"/>
          </a:xfrm>
          <a:prstGeom prst="ellipse">
            <a:avLst/>
          </a:prstGeom>
          <a:solidFill>
            <a:srgbClr val="EAF4F7"/>
          </a:solidFill>
          <a:ln w="7620">
            <a:solidFill>
              <a:srgbClr val="C0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🔒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12344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Isolation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0" y="14813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LocalExecutor — no shared metadata DB between developers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26280" y="1819656"/>
            <a:ext cx="4389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1938528"/>
            <a:ext cx="329184" cy="329184"/>
          </a:xfrm>
          <a:prstGeom prst="ellipse">
            <a:avLst/>
          </a:prstGeom>
          <a:solidFill>
            <a:srgbClr val="EAF4F7"/>
          </a:solidFill>
          <a:ln w="7620">
            <a:solidFill>
              <a:srgbClr val="C0D9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🔑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0" y="18653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Baked-In Credentials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0" y="21122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creds injected via per-user Kubernetes Secrets at pod startup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26280" y="2450592"/>
            <a:ext cx="4389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2569464"/>
            <a:ext cx="329184" cy="329184"/>
          </a:xfrm>
          <a:prstGeom prst="ellipse">
            <a:avLst/>
          </a:prstGeom>
          <a:solidFill>
            <a:srgbClr val="EAF4F7"/>
          </a:solidFill>
          <a:ln w="7620">
            <a:solidFill>
              <a:srgbClr val="C0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2569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🏢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0" y="24963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Proxy-Aware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029200" y="27432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packages sourced from BBH Nexus mirror — no public PyPI dependency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26280" y="3081528"/>
            <a:ext cx="4389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17720" y="3200400"/>
            <a:ext cx="329184" cy="329184"/>
          </a:xfrm>
          <a:prstGeom prst="ellipse">
            <a:avLst/>
          </a:prstGeom>
          <a:solidFill>
            <a:srgbClr val="EAF4F7"/>
          </a:solidFill>
          <a:ln w="7620">
            <a:solidFill>
              <a:srgbClr val="C0D9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📌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29200" y="31272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Installs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029200" y="33741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Airflow constraints file guarantees identical environments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26280" y="3712464"/>
            <a:ext cx="4389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17720" y="3831336"/>
            <a:ext cx="329184" cy="329184"/>
          </a:xfrm>
          <a:prstGeom prst="ellipse">
            <a:avLst/>
          </a:prstGeom>
          <a:solidFill>
            <a:srgbClr val="EAF4F7"/>
          </a:solidFill>
          <a:ln w="7620">
            <a:solidFill>
              <a:srgbClr val="C0D9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3831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⚡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29200" y="37581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Launch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029200" y="40050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image in ODH Dashboard → attach 20Gi PVC → coding in minutes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3E4A"/>
          </a:solidFill>
          <a:ln w="12700">
            <a:solidFill>
              <a:srgbClr val="163E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" y="468172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12648" y="46542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ODH Dashboard → Create new Workbench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063240" y="4700016"/>
            <a:ext cx="9144" cy="219456"/>
          </a:xfrm>
          <a:prstGeom prst="rect">
            <a:avLst/>
          </a:prstGeom>
          <a:solidFill>
            <a:srgbClr val="2A5F70"/>
          </a:solidFill>
          <a:ln w="12700">
            <a:solidFill>
              <a:srgbClr val="2A5F7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08960" y="468172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08960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447288" y="46542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'Capital Partner – Airflow·dbt·CodeServer' → Attach 20Gi PVC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897880" y="4700016"/>
            <a:ext cx="9144" cy="219456"/>
          </a:xfrm>
          <a:prstGeom prst="rect">
            <a:avLst/>
          </a:prstGeom>
          <a:solidFill>
            <a:srgbClr val="2A5F70"/>
          </a:solidFill>
          <a:ln w="12700">
            <a:solidFill>
              <a:srgbClr val="2A5F7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43600" y="468172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0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281928" y="46542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UI at :8082  ·  dbt run  ·  airflow dags list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263640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CP-Airflow / CodeServerAirflow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Developer IDE — Capital Partner Workbench</dc:title>
  <dc:subject>PptxGenJS Presentation</dc:subject>
  <dc:creator>PptxGenJS</dc:creator>
  <cp:lastModifiedBy>PptxGenJS</cp:lastModifiedBy>
  <cp:revision>1</cp:revision>
  <dcterms:created xsi:type="dcterms:W3CDTF">2026-05-28T16:05:17Z</dcterms:created>
  <dcterms:modified xsi:type="dcterms:W3CDTF">2026-05-28T16:05:17Z</dcterms:modified>
</cp:coreProperties>
</file>