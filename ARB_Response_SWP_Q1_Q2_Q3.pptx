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ARB Response: Data Movement &amp; Observability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4114800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1440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3977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 · Data Movement Approach (SFTP vs Streaming)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98448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17320"/>
            <a:ext cx="3931920" cy="502920"/>
          </a:xfrm>
          <a:prstGeom prst="rect">
            <a:avLst/>
          </a:prstGeom>
          <a:solidFill>
            <a:srgbClr val="E8F4F6"/>
          </a:solidFill>
          <a:ln w="10160">
            <a:solidFill>
              <a:srgbClr val="00A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Architecture Decision: SFTP + Go Feeds → Future Kafka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993392"/>
            <a:ext cx="45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93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A"/>
                </a:solidFill>
              </a:rPr>
              <a:t>Why SFTP 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176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SEI's Kafka capability resides within their Snowflake-based Data Integration Layer. BBH's data residency governance prohibits placement of client data in cloud/Snowflake environments, making this path unavailable at launch.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743200"/>
            <a:ext cx="45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A"/>
                </a:solidFill>
              </a:rPr>
              <a:t>Path to Kafka: A Data Residency Decision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SEI's Kafka capability is available exclusively via their Snowflake-based Data Integration Layer. If BBH makes a future strategic decision to permit BBH data on SEI Snowflake, Kafka streaming activates immediately — only an Airflow connector swap is required. No pipeline re-engineering needed.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493008"/>
            <a:ext cx="45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A"/>
                </a:solidFill>
              </a:rPr>
              <a:t>Intraday Reconciliation via Apigee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EOD SFTP alone cannot support intraday recon. Real-time intraday data is addressed via Apigee-mediated API calls — providing synchronous event-level access without cloud data placement. SFTP covers batch/EOD flows; Apigee covers real-time queries.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91440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 · Observability &amp;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98448"/>
            <a:ext cx="42519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17320"/>
            <a:ext cx="4069080" cy="914400"/>
          </a:xfrm>
          <a:prstGeom prst="rect">
            <a:avLst/>
          </a:prstGeom>
          <a:solidFill>
            <a:srgbClr val="F8FBF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417320"/>
            <a:ext cx="3657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1508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Airflow Observability → Splunk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1709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Native Airflow metadata DB exposes DAG run status, task states, SLAs, and retry history. A lightweight log forwarder ships structured JSON logs to Splunk for enterprise-wide alerting, dashboarding, and cross-hop correlation across SEI ↔ BBH boundaries.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423160"/>
            <a:ext cx="4069080" cy="914400"/>
          </a:xfrm>
          <a:prstGeom prst="rect">
            <a:avLst/>
          </a:prstGeom>
          <a:solidFill>
            <a:srgbClr val="F8FBF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23160"/>
            <a:ext cx="3657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231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dbt Observability → Splunk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2715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dbt exposes run artifacts (manifest, run_results.json) capturing model-level row counts, test pass/fail, and execution time per transformation. These artifacts feed Splunk to detect data drift, failed assertions, and lineage breaks at the transformation layer.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4069080" cy="914400"/>
          </a:xfrm>
          <a:prstGeom prst="rect">
            <a:avLst/>
          </a:prstGeom>
          <a:solidFill>
            <a:srgbClr val="F8FBF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29000"/>
            <a:ext cx="3657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290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Holistic Tracing 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37216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End-to-end trace IDs propagated from SFTP ingestion → Airflow DAG → dbt model → PB Data Warehouse. Splunk serves as the aggregation layer linking file arrival events, pipeline runs, and data quality outcomes into a single pane of glass.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</a:rPr>
              <a:t>BBH Capital Partners · SWP Migration · ARB Committee Response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ARB Response: 3S Tooling — Airflow &amp; dbt Rationale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41080" cy="438912"/>
          </a:xfrm>
          <a:prstGeom prst="rect">
            <a:avLst/>
          </a:prstGeom>
          <a:solidFill>
            <a:srgbClr val="E8F4F6"/>
          </a:solidFill>
          <a:ln w="12700">
            <a:solidFill>
              <a:srgbClr val="00A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8458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3366"/>
                </a:solidFill>
              </a:rPr>
              <a:t>Airflow and dbt are not products competing with IDF/DPE — they are open-source execution engines that operate at a lower abstraction layer, enabling precise control over 2,600+ data points before data reaches IDF.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4114800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1732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3977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Q2a · Why Apache Airflow? (vs IDF/DPE)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801368"/>
            <a:ext cx="411480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20240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20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Not a Product — An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1031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Airflow is an Apache-licensed orchestration library hosted in BBH Nexus. It is consumed the same way BBH consumes Spring Boot to build Java applications — as a framework to build on, not a vendor solution to procure.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578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OLTP-Layer Control IDF Cannot Provide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" y="27614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IDF is an OLAP engine optimized for analytical query workloads. The SWP integration requires OLTP-grade pipeline control: individual data point tracking, fine-grained retry logic, and row-level lineage — capabilities outside IDF's design scope.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2369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Dynamic DAG Creation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" y="34198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2,600+ data points with complex interdependencies require runtime DAG generation. Airflow's programmatic API enables dynamic DAG creation based on feed configuration, eliminating manual pipeline maintenance per data point.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8953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Parallel Execution at Scale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" y="40782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Airflow's executor model enables parallel task execution across feeds, meeting ingest SLAs that sequential or OLAP-first approaches cannot achieve within the required processing windows.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1417320"/>
            <a:ext cx="4279392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41732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1417320"/>
            <a:ext cx="413308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Q2b · dbt Rationale, OSS Risk &amp; Strategic Future State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801368"/>
            <a:ext cx="4279392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901952"/>
            <a:ext cx="4096512" cy="201168"/>
          </a:xfrm>
          <a:prstGeom prst="rect">
            <a:avLst/>
          </a:prstGeom>
          <a:solidFill>
            <a:srgbClr val="F0F7F8"/>
          </a:solidFill>
          <a:ln w="6350">
            <a:solidFill>
              <a:srgbClr val="00A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901952"/>
            <a:ext cx="409651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366"/>
                </a:solidFill>
              </a:rPr>
              <a:t>dbt-oracle: Transformation Framework, Not a Competing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2121408"/>
            <a:ext cx="4096512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dbt is a SQL transformation framework providing version-controlled, testable, documented data models. It handles the complex Capital Partners business logic across 2,600 data points, producing clean canonical data consumable by IDF — it operates upstream of, not instead of, IDF.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697480"/>
            <a:ext cx="4096512" cy="201168"/>
          </a:xfrm>
          <a:prstGeom prst="rect">
            <a:avLst/>
          </a:prstGeom>
          <a:solidFill>
            <a:srgbClr val="FFF8E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97480"/>
            <a:ext cx="409651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5200"/>
                </a:solidFill>
              </a:rPr>
              <a:t>⚠  OSS Risk: Airflow — Addressed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09160" y="2916936"/>
            <a:ext cx="409651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Apache Airflow (Apache 2.0 license) is governed, versioned, and served from BBH's internal Nexus repository — the same model used for all Apache libraries (Log4j, Spring, Kafka). BBH does not run Airflow as unsupported OSS; it is a controlled dependency with patching and version governance equivalent to any other enterprise library.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3557016"/>
            <a:ext cx="4096512" cy="201168"/>
          </a:xfrm>
          <a:prstGeom prst="rect">
            <a:avLst/>
          </a:prstGeom>
          <a:solidFill>
            <a:srgbClr val="EDF6F0"/>
          </a:solidFill>
          <a:ln w="6350">
            <a:solidFill>
              <a:srgbClr val="5AA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57016"/>
            <a:ext cx="409651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B47"/>
                </a:solidFill>
              </a:rPr>
              <a:t>Strategic Vision: Foundation for KP Low-Code Platform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09160" y="3776472"/>
            <a:ext cx="4096512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The Airflow + dbt-oracle engine being built for SWP is designed as a reusable orchestration layer. The Capital Partners team is building a low-code self-service platform that will expose these engines behind a simplified interface — allowing business users to configure pipelines without deep engineering involvement, using the same governed, tested infrastructure.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</a:rPr>
              <a:t>BBH Capital Partners · SWP Migration · ARB Committee Response  |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SWP Migration - ARB Committee Responses</dc:title>
  <dc:subject>PptxGenJS Presentation</dc:subject>
  <dc:creator>PptxGenJS</dc:creator>
  <cp:lastModifiedBy>PptxGenJS</cp:lastModifiedBy>
  <cp:revision>1</cp:revision>
  <dcterms:created xsi:type="dcterms:W3CDTF">2026-03-26T16:13:44Z</dcterms:created>
  <dcterms:modified xsi:type="dcterms:W3CDTF">2026-03-26T16:13:44Z</dcterms:modified>
</cp:coreProperties>
</file>